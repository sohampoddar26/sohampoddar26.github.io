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44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Dynamic Programming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CF0F1"/>
                </a:solidFill>
              </a:defRPr>
            </a:pPr>
            <a:r>
              <a:t>The Art of Being Lazy... Smartly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Why Is Naive Recursion Slow?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Computing Fib(5) recursively: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           F(5)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        /        \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     F(4)         F(3)    ← F(3) computed twice!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    /    \        /   \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 F(3)   F(2)   F(2) F(1) ← F(2) computed 3 times!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For Fib(40): Over 1 BILLION redundant calculations! 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9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Dynamic Programming Asks: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CF0F1"/>
                </a:solidFill>
              </a:defRPr>
            </a:pPr>
            <a:r>
              <a:t>Why solve the same problem twice?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The Three Principles of DP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1️⃣  REMEMBER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 Store solutions to subproblems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2️⃣  REUSE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 Look up instead of recomputing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3️⃣  BUILD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 Solve small problems first, combine for bigger 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Fibonacci with DP: Build from Bottom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Instead of recursing down, build up from base cases: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F(0) = 0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F(1) = 1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F(2) = F(0) + F(1) = 1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F(3) = F(1) + F(2) = 2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F(4) = F(2) + F(3) = 3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F(5) = F(3) + F(4) = 5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Time: O(n) instead of O(2ⁿ) 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The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7AE60"/>
                </a:solidFill>
              </a:defRPr>
            </a:pPr>
            <a:r>
              <a:t>Naive Recursion 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Time: O(2ⁿ)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Fib(40): ~30 seconds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Fib(100): Heat death of universe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Redundant calculations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74C3C"/>
                </a:solidFill>
              </a:defRPr>
            </a:pPr>
            <a:r>
              <a:t>Dynamic Programming 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Time: O(n)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Fib(40): &lt;1 millisecond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Fib(100): Still &lt;1 millisecond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Each subproblem solved once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Real-World Application: Auto-Correct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How does your phone know you meant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'kitten' when you typed 'sitting'?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Answer: Edit Distance!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Edit Distance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Minimum operations to transform one string into another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Allowed operations: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• Insert a character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• Delete a character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• Substitute a character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Example: 'kitten' → 'sitting'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Example: 'kitten' → 'sitting'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Step 1: Substitute k → s:    'sitten'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Step 2: Substitute e → i:    'sittin'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Step 3: Insert g at end:     'sitting'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Total: 3 operations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Question: Is this the minimum? How do we know?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The DP Approach: Build a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dp[i][j] = edit distance between: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• First i characters of 'kitten'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• First j characters of 'sitting'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Base cases: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• dp[0][j] = j  (insert j characters)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• dp[i][0] = i  (delete i characters)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The DP Recurrence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For each cell dp[i][j]: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IF characters match (kitten[i] == sitting[j]):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 dp[i][j] = dp[i-1][j-1]  (no operation needed)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ELSE, take minimum of: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 • dp[i-1][j] + 1      (delete from first string)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 • dp[i][j-1] + 1      (insert into first string)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 • dp[i-1][j-1] + 1    (substitute)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The Complete DP Table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4572000"/>
          </a:xfrm>
          <a:prstGeom prst="roundRect">
            <a:avLst/>
          </a:prstGeom>
          <a:solidFill>
            <a:srgbClr val="27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8F8F2"/>
                </a:solidFill>
                <a:latin typeface="Consolas"/>
              </a:defRPr>
            </a:pPr>
            <a:r>
              <a:t>      ""  s  i  t  t  i  n  g</a:t>
            </a:r>
            <a:br/>
            <a:r>
              <a:t>""     0  1  2  3  4  5  6  7</a:t>
            </a:r>
            <a:br/>
            <a:r>
              <a:t>k      1  1  2  3  4  5  6  7</a:t>
            </a:r>
            <a:br/>
            <a:r>
              <a:t>i      2  2  1  2  3  4  5  6</a:t>
            </a:r>
            <a:br/>
            <a:r>
              <a:t>t      3  3  2  1  2  3  4  5</a:t>
            </a:r>
            <a:br/>
            <a:r>
              <a:t>t      4  4  3  2  1  2  3  4</a:t>
            </a:r>
            <a:br/>
            <a:r>
              <a:t>e      5  5  4  3  2  2  3  4</a:t>
            </a:r>
            <a:br/>
            <a:r>
              <a:t>n      6  6  5  4  3  3  2  3</a:t>
            </a:r>
            <a:br/>
            <a:r>
              <a:t>       </a:t>
            </a:r>
            <a:br/>
            <a:r>
              <a:t>Bottom-right = 3 ← Our answer!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Building the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Fill row by row, left to right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Example: dp[2][2] (comparing 'ki' with 'si')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• kitten[2]='i', sitting[2]='i' → Match!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• dp[2][2] = dp[1][1] = 1 ✓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Example: dp[1][1] (comparing 'k' with 's')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• No match, so take min(dp[0][1], dp[1][0], dp[0][0]) + 1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• min(1, 1, 0) + 1 = 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Time &amp; Space Complexity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Without DP: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• Try all possible edit sequences → Exponential! 💥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With DP: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• Time: O(n × m) where n, m are string lengths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• Space: O(n × m) for the table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For 'kitten' (6) and 'sitting' (7): Only 42 cells!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Tractable for real applications 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Where Is Edit Distance Used?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📱 Spell checkers &amp; autocorrect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'teh' → 'the' (distance = 2)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🔍 Search suggestions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'jagguar' → 'jaguar' (distance = 1)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🧬 DNA sequence alignment (bioinformatics)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Comparing genetic sequences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📄 Plagiarism detection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Measuring document similarity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Dynamic Programming Powers...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✓ Longest Common Subsequence (diff tools)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✓ Matrix Chain Multiplication (GPU optimization)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✓ Knapsack Problem (resource allocation)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✓ Sequence Alignment (NLP, bioinformatics)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✓ Optimal Binary Search Trees (databases)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✓ And many, many more...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CC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CF0F1"/>
                </a:solidFill>
              </a:defRPr>
            </a:pPr>
            <a:r>
              <a:t>Break problems into overlapping subproblems</a:t>
            </a:r>
            <a:br/>
            <a:r>
              <a:t>Solve once. Remember forever.</a:t>
            </a:r>
            <a:br/>
            <a:br/>
            <a:r>
              <a:t>It's not magic—it's smart bookkeeping!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Challenge for You!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Calculate the edit distance from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YOUR name to your friend's name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Build the DP table!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44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CF0F1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1090</Words>
  <Application>Microsoft Office PowerPoint</Application>
  <PresentationFormat>On-screen Show (4:3)</PresentationFormat>
  <Paragraphs>139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Soham Poddar</cp:lastModifiedBy>
  <cp:revision>2</cp:revision>
  <dcterms:created xsi:type="dcterms:W3CDTF">2013-01-27T09:14:16Z</dcterms:created>
  <dcterms:modified xsi:type="dcterms:W3CDTF">2026-01-19T22:13:54Z</dcterms:modified>
  <cp:category/>
</cp:coreProperties>
</file>