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Word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Teaching Machines the Meaning of Words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Representing Data in Computers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7AE60"/>
                </a:solidFill>
              </a:defRPr>
            </a:pPr>
            <a:r>
              <a:t>Images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Naturally represented as matrices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Pixels = numbers (0-255)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28×28 image = 784 numbers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Operations: convolution, pooling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Easy for computers to process!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74C3C"/>
                </a:solidFill>
              </a:defRPr>
            </a:pPr>
            <a:r>
              <a:t>Language 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Words are... symbols? Strings?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How to convert 'cat' to numbers?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How to capture meaning?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How to show 'cat' ≈ 'dog'?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This is the challenge!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First Attempt: One-Hot Encoding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Vocabulary = {cat, dog, god, democracy, ...}  (10,000 words)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'cat'  =  [0, 0, 0, 1, 0, 0, ..., 0]  ← position 4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'dog'  =  [0, 1, 0, 0, 0, 0, ..., 0]  ← position 2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'god'  =  [0, 0, 1, 0, 0, 0, ..., 0]  ← position 3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'democracy'  =  [1, 0, 0, 0, 0, 0, ..., 0]  ← position 1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Each word = 10,000-dimensional vector (sparse, one 1, rest 0s)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Distance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Euclidean distance between any two one-hot vectors: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Distance(cat, dog) = √2 ≈ 1.414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Distance(cat, god) = √2 ≈ 1.414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Distance(cat, democracy) = √2 ≈ 1.414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Every word is EQUALLY different from every other! ❌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No notion of similarity or meaning!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What About Character Similarity?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'dog' vs 'cat':  Semantically similar (both animals, pets)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          Character similarity: 0/3 letters match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'dog' vs 'god':  Semantically different (pet vs deity)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          Character similarity: 2/3 letters match!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Character-level similarity ≠ Semantic similarity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We need meaning-based representations!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What About N-grams?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Try bigrams: 'dog' = ['do', 'og']  'cat' = ['ca', 'at']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      'god' = ['go', 'od']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Still doesn't help with meaning: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'dog' and 'god' share no bigrams, but neither do 'dog' and 'cat'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'bank' (river) vs 'bank' (money) → Same n-grams! ❌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N-grams capture orthography, not semantics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"You shall know a word by the company it keeps."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BDC3C7"/>
                </a:solidFill>
              </a:defRPr>
            </a:pPr>
            <a:r>
              <a:t>— J.R. Firth, 1957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Distributional Hypothesis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'The dog barked loudly'      'The cat meowed softly'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'Feed the dog treats'        'Feed the cat food'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'Walk the dog daily'         'Pet the cat gently'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dog and cat appear in similar contexts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→ They should have similar meanings!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→ They should have similar representations!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Word Embeddings: Dense Vectors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Learn dense vectors (e.g., 300 dimensions) from context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'cat'  →  [0.2, -0.4, 0.7, ..., 0.5]  (300 numbers)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'dog'  →  [0.3, -0.3, 0.6, ..., 0.4]  ← Close to cat!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'god'  →  [-0.1, 0.8, -0.2, ..., -0.6]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'democracy'  →  [-0.8, 0.1, -0.2, ..., 0.3]  ← Far from dog/cat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Cosine similarity(dog, cat) ≈ 0.85   (very similar!)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Cosine similarity(dog, god) ≈ 0.12   (not similar)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How Do We Learn Embeddings?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Word2Vec (2013): Predict context from word (or vice versa)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Given: 'The quick brown fox jumps'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Task: Predict 'brown' and 'jumps' from 'fox'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Train on billions of sentences →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Words in similar contexts get similar vectors!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No manual labeling needed - fully unsupervised!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Magic of Vector Arithmetic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80B9"/>
                </a:solidFill>
              </a:defRPr>
            </a:pPr>
            <a:r>
              <a:t>King - Man + Woman ≈ Queen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4495E"/>
                </a:solidFill>
              </a:defRPr>
            </a:pPr>
            <a:r>
              <a:t>Relationships are encoded as directions in the vector space!</a:t>
            </a:r>
            <a:br/>
            <a:br/>
            <a:r>
              <a:t>Paris - France + Italy ≈ Rome</a:t>
            </a:r>
            <a:br/>
            <a:r>
              <a:t>Walking - Walk + Swim ≈ Swimming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Why Does Vector Arithmetic 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Gender direction: King - Man = Queen - Woman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      → The 'male→female' vector is consistent!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Capital direction: Paris - France = Rome - Italy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       → The 'country→capital' vector is consistent!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These relationships emerge from patterns in language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Embeddings capture not just meaning, but relationships!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Why 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Semantic similarity: 'happy' ≈ 'joyful' ≈ 'cheerful'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Better search: Query 'laptop' finds 'computer', 'notebook'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Machine translation: Align word spaces across languages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Sentiment analysis: Learn 'great' is positive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Recommendation systems: Similar items in vector space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Foundation for modern NLP: BERT, GPT, all LLMs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2013: Word2Vec → Static embeddings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Same word, always same vector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2018: ELMo, BERT → Contextual embeddings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'bank' (river) vs 'bank' (money) → Different vectors!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2020+: GPT-3, ChatGPT → Even richer representations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But the core idea remains: meaning from context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From symbols to geometry:</a:t>
            </a:r>
            <a:br/>
            <a:r>
              <a:t>Words become points in space where meaning = proximity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